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第2回は「カスタマイズする」。チームに合わせた設定。</a:t>
            </a:r>
          </a:p>
          <a:p>
            <a:r>
              <a:t>第3回は「スケールさせる」。自動化と並列化。</a:t>
            </a:r>
          </a:p>
          <a:p>
            <a:r>
              <a:t>同じメンバーが3回とも参加する前提。</a:t>
            </a:r>
          </a:p>
          <a:p>
            <a:r>
              <a:t>今日のゴールは「調査・要約を任せられるようになる」。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まず「業務の一部だけ任せる」という現実的な入口を示す。</a:t>
            </a:r>
          </a:p>
          <a:p>
            <a:r>
              <a:t>調査・影響範囲の把握は時間が溶けやすい。ここが最初の狙いどころ。</a:t>
            </a:r>
          </a:p>
          <a:p>
            <a:r>
              <a:t>最初の小さな成果が「影響範囲が数分で整理できる」などの即効性。</a:t>
            </a:r>
          </a:p>
          <a:p>
            <a:r>
              <a:t>いきなり実装させるのではなく、調査・要約・差分整理に限定する。</a:t>
            </a:r>
          </a:p>
          <a:p>
            <a:r>
              <a:t>この範囲なら既存業務と直結し、リスクも低い。</a:t>
            </a:r>
          </a:p>
          <a:p>
            <a:r>
              <a:t>この感覚を持ってもらった上で、もう少し詳しく見ていく。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GitHub Copilotのような単発のコード補完とは違い、</a:t>
            </a:r>
          </a:p>
          <a:p>
            <a:r>
              <a:t>調査・修正・検証・変更内容の取りまとめを、</a:t>
            </a:r>
          </a:p>
          <a:p>
            <a:r>
              <a:t>ひとつのセッション内で連続して扱える。</a:t>
            </a:r>
          </a:p>
          <a:p>
            <a:r>
              <a:t>安全面：デフォルトは読み取り専用で、ファイル編集やコマンド実行には都度許可が必要。勝手に何か壊す心配はない。</a:t>
            </a:r>
          </a:p>
          <a:p>
            <a:r>
              <a:t>デモGIFがあれば見せる。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3つのツールは競合ではなく補完的。得意領域が異なる。</a:t>
            </a:r>
          </a:p>
          <a:p>
            <a:r>
              <a:t>ChatGPTは設計議論や仕様の言語化が得意。</a:t>
            </a:r>
          </a:p>
          <a:p>
            <a:r>
              <a:t>Copilotはコードを書くことが得意。</a:t>
            </a:r>
          </a:p>
          <a:p>
            <a:r>
              <a:t>Claude Codeは一連の作業を進めることが得意。</a:t>
            </a:r>
          </a:p>
          <a:p>
            <a:r>
              <a:t>IDEで記述し、ターミナル側で調査・実行・差分整理を担当する分担が自然。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通常の開発では全工程を自分で回す。</a:t>
            </a:r>
          </a:p>
          <a:p>
            <a:r>
              <a:t>Claude Codeを使うと、開発者の仕事は「何をしたいか伝える」と「要所でレビューする」に変わる。</a:t>
            </a:r>
          </a:p>
          <a:p>
            <a:r>
              <a:t>ターミナルだけの話ではない。設計→実装→検証のワークフロー全体が変わる。</a:t>
            </a:r>
          </a:p>
          <a:p>
            <a:r>
              <a:t>これが「コード補完」と「エージェント」の本質的な違い。</a:t>
            </a:r>
          </a:p>
          <a:p>
            <a:r>
              <a:t>次のスライドで、具体的なタスクを例に、この流れを見てみる。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「ビルド失敗ログの要約」という課題をClaude Codeで進める場合。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Claudeが調査・計画提案と結果の取りまとめを担当する。</a:t>
            </a:r>
          </a:p>
          <a:p>
            <a:r>
              <a:t>ここで気づいてほしいのは、開発者の介入ポイントが2箇所あること。</a:t>
            </a:r>
          </a:p>
          <a:p>
            <a:r>
              <a:t>「丸投げ」ではなく「要所で判断する」。この感覚が大事。</a:t>
            </a:r>
          </a:p>
          <a:p>
            <a:r>
              <a:t>原因調査に30分かかるところが、5分で俯瞰できるイメージ。</a:t>
            </a:r>
          </a:p>
          <a:p>
            <a:r>
              <a:t>PART 2で「伝え方」を、PART 3で「計画の立て方」を詳しく見ていく。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先ほどの例で、開発者の発話は2回だけだった。短いが、伝え方で結果は大きく変わる。</a:t>
            </a:r>
          </a:p>
          <a:p>
            <a:r>
              <a:t>ここからPart 2。コミュニケーションの話。</a:t>
            </a:r>
          </a:p>
          <a:p>
            <a:r>
              <a:t>Claude Codeは自然言語で指示を出せるが「何でも伝わる」わけではない。</a:t>
            </a:r>
          </a:p>
          <a:p>
            <a:r>
              <a:t>人間相手と同じで、伝え方によって結果が変わる。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チャットボットとエージェントの根本的な違い。</a:t>
            </a:r>
          </a:p>
          <a:p>
            <a:r>
              <a:t>チャットボット：ユーザーが1ステップずつ指示する。受動的。</a:t>
            </a:r>
          </a:p>
          <a:p>
            <a:r>
              <a:t>エージェント：ゴールを伝えたら、自分で探索・計画・実行する。自律的。</a:t>
            </a:r>
          </a:p>
          <a:p>
            <a:r>
              <a:t>アナロジー：チャットボットは電話サポート、エージェントは仕事を任せた同僚。</a:t>
            </a:r>
          </a:p>
          <a:p>
            <a:r>
              <a:t>同僚に仕事を任せるとき、1行ずつ何をするか指示しない。</a:t>
            </a:r>
          </a:p>
          <a:p>
            <a:r>
              <a:t>ゴールと背景を伝えて、やり方は任せる。</a:t>
            </a:r>
          </a:p>
          <a:p>
            <a:r>
              <a:t>この「委任」の感覚がClaude Codeでは重要。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全部揃っている必要はないが、目標は必須。</a:t>
            </a:r>
          </a:p>
          <a:p>
            <a:r>
              <a:t>悪い例：「この機能を改善して」→ 何を改善？どう改善？が不明。</a:t>
            </a:r>
          </a:p>
          <a:p>
            <a:r>
              <a:t>良い例：Slide 7と同じビルド失敗シナリオ。現状・目標・制約が明確。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コンテキストを渡す方法はいくつかある。</a:t>
            </a:r>
          </a:p>
          <a:p>
            <a:r>
              <a:t>迷ったら「画像・URL・ファイル名」の3つから始めればOK。</a:t>
            </a:r>
          </a:p>
          <a:p>
            <a:r>
              <a:t>画像もコピー＆ペーストで渡せる。エラー画面やデザインカンプなど。</a:t>
            </a:r>
          </a:p>
          <a:p>
            <a:r>
              <a:t>URLを渡してWebページを読ませることもできる。</a:t>
            </a:r>
          </a:p>
          <a:p>
            <a:r>
              <a:t>ファイル名を伝えて対象を明示する方法は基本的。VS Code拡張なら@記法も使える。</a:t>
            </a:r>
          </a:p>
          <a:p>
            <a:r>
              <a:t>パイプでコマンド出力を渡す方法は上級者向け。ログ分析などに便利。-p フラグでプロンプトも一緒に渡せる。</a:t>
            </a:r>
          </a:p>
          <a:p>
            <a:r>
              <a:t>ディレクトリ指定でClaude自身に探索させることも可能。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最初から完璧を求めず、たたき台→改善のループで進める。</a:t>
            </a:r>
          </a:p>
          <a:p>
            <a:r>
              <a:t>テクニック：</a:t>
            </a:r>
          </a:p>
          <a:p>
            <a:r>
              <a:t>- 「なぜそうしたのか」と聞くと、自分の指示の問題が見えることがある</a:t>
            </a:r>
          </a:p>
          <a:p>
            <a:r>
              <a:t>- 提案形式で伝えると、Claudeが別の選択肢を出してくれる</a:t>
            </a:r>
          </a:p>
          <a:p>
            <a:r>
              <a:t>- 自分で直接コードを編集したら、その旨を伝える。伝えないと古い状態を前提に動く</a:t>
            </a:r>
          </a:p>
          <a:p>
            <a:r>
              <a:t>- 「全然違う」と言うより「この部分は良い、この部分は変えて」と具体的に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「いきなりコードを書かせない」が合言葉。</a:t>
            </a:r>
          </a:p>
          <a:p>
            <a:r>
              <a:t>計画から始めることで手戻りを減らせる。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Modeは読み取り専用のモード。</a:t>
            </a:r>
          </a:p>
          <a:p>
            <a:r>
              <a:t>まずPlan Modeで方針を固め、実装はレビュー後に許可する。</a:t>
            </a:r>
          </a:p>
          <a:p>
            <a:r>
              <a:t>最初はPlan Mode固定で始めると失敗しにくい。</a:t>
            </a:r>
          </a:p>
          <a:p>
            <a:r>
              <a:t>操作方法：セッション中はShift+TabかAlt+Mで切替。</a:t>
            </a:r>
          </a:p>
          <a:p>
            <a:r>
              <a:t>起動時に --permission-mode plan で指定もできる。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</a:t>
            </a:r>
          </a:p>
          <a:p>
            <a:r>
              <a:t>Plan Mode = 使えるツールを制限する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 → レビュー → 実装 → 確認の4ステップ。</a:t>
            </a:r>
          </a:p>
          <a:p>
            <a:r>
              <a:t>ポイント：</a:t>
            </a:r>
          </a:p>
          <a:p>
            <a:r>
              <a:t>- 「まだコードを書かないで」と明示的に伝える</a:t>
            </a:r>
          </a:p>
          <a:p>
            <a:r>
              <a:t>- 計画段階で疑問点をつぶす。「後方互換性は？」「テストは？」</a:t>
            </a:r>
          </a:p>
          <a:p>
            <a:r>
              <a:t>- 計画に納得したらモード切替で実装を許可</a:t>
            </a:r>
          </a:p>
          <a:p>
            <a:r>
              <a:t>- 小さな修正でもこの流れを習慣にすると手戻りが減る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計画段階で確認すべき5つの項目。</a:t>
            </a:r>
          </a:p>
          <a:p>
            <a:r>
              <a:t>ゴール：何を達成したいか。最も重要。</a:t>
            </a:r>
          </a:p>
          <a:p>
            <a:r>
              <a:t>背景・制約：なぜ必要か。技術的な制約も含む。</a:t>
            </a:r>
          </a:p>
          <a:p>
            <a:r>
              <a:t>受け入れ基準：どうなったら完了か。テストが通る、レビューOKなど。</a:t>
            </a:r>
          </a:p>
          <a:p>
            <a:r>
              <a:t>禁止事項：既存APIの破壊、特定ファイルの変更禁止など。</a:t>
            </a:r>
          </a:p>
          <a:p>
            <a:r>
              <a:t>想定外の扱い：計画外の問題は報告して止まる、自己判断で対処、など。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まとめの3つの要点を読み上げ。</a:t>
            </a:r>
          </a:p>
          <a:p>
            <a:r>
              <a:t>今日の持ち帰りは「面倒な調査を、まず任せる」。</a:t>
            </a:r>
          </a:p>
          <a:p>
            <a:r>
              <a:t>次回は「カスタマイズする」がテーマ。</a:t>
            </a:r>
          </a:p>
          <a:p>
            <a:r>
              <a:t>コンテキスト管理、Skills、サブエージェント、Plan Modeの深掘りを扱う。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カスタマイズする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コンテキスト管理 / Skills / サブエージェント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スケールさせる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Hooks / MCP / worktree / /insights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今日のゴール: 調査・要約タスクをClaude Codeに任せられるようになる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最初の1歩は「業務の一部だけ任せる」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最初の一歩の例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既存チケット1件の「調査・要約・差分整理」だけ任せる</a:t>
            </a:r>
          </a:p>
          <a:p>
            <a:pPr>
              <a:lnSpc>
                <a:spcPts val="306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影響範囲の洗い出しや、ログの要点整理に限定する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4846320" cy="9144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E07070"/>
                </a:solidFill>
                <a:latin typeface="Hiragino Sans"/>
              </a:defRPr>
            </a:pPr>
            <a:r>
              <a:t>よくある痛み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97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調査・影響範囲の把握で時間が溶ける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840480"/>
            <a:ext cx="5029200" cy="9144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iragino Sans"/>
              </a:defRPr>
            </a:pPr>
            <a:r>
              <a:t>小さな成果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影響範囲が数分で整理できる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いきなり実装させず、業務の一部から始めるのが安全で現実的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ターミナル上で動くAIエージェント</a:t>
            </a:r>
            <a:br/>
            <a:r>
              <a:t>  指示は自然言語でOK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修正 → 検証 → 取りまとめを一連で扱う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最初はコードを読むだけで安全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ファイル編集やコマンド実行は都度許可制</a:t>
            </a:r>
            <a:br/>
            <a:r>
              <a:t>  勝手に変更される心配はない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「コードを書く」ではなく「作業を進める」ツール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011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9260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7548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他ツールとの役割分担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設計・壁打ち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作業を進める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排他的ではなく補完的。それぞれの得意領域で使い分けるのがおすすめ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開発フローの変化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通常の開発フロー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開発者の役割が「実行者」から「方向づけ + レビュー」に変わる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介入ポイントは2回だけ（方向づけ / 判断）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実際のタスクで見てみよう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例：「ビルド失敗ログを要約し、原因候補を整理する」場合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"ビルドが失敗した。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"根拠と次の確認</a:t>
            </a:r>
            <a:br/>
            <a:r>
              <a:t> 手順を整理。</a:t>
            </a:r>
            <a:br/>
            <a:r>
              <a:t> 修正案も添付。"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開発者は「何をしたいか」と「判断」に集中する。このあと、その具体的な方法を見ていく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伝え方によって結果が変わるのは、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 vs エージェント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ピンポン型のやりとり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ユーザーが手順を管理する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目標を委任 → 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実装を一連で行う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エージェントが手順を判断する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コミュニケーションの方法も変わる。「指示」ではなく「委任」の意識が重要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効果的な指示の4要素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テンプレ: 目標 / 背景・制約 / 現状 / 期待する出力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ビルドが失敗している。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現状：昨日のリファクタ以降通らなくなった。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目標：ログを要約し、原因候補を3つ挙げて。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調査結果は箇条書きでまとめて。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コードの変更はまだしないこと。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コンテキストの渡し方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画像ペースト  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スクショやデザインを共有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65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エラー画面のキャプチャを貼る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URL指定  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Webページを読ませる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834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このドキュメントを読んで: https://...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ファイル名を伝える  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03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対象ファイルを明示する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703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src/auth.ts を見て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ディレクトリ指定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Claudeに探索させる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572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このディレクトリを調べて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440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パイプ（上級者向け）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440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コマンド出力を渡す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440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cat error.log | claude -p "原因を教えて"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Hiragino Sans"/>
              </a:defRPr>
            </a:pPr>
            <a:r>
              <a:t>* まずはこの3つから / VS Code拡張では @ファイル名 でも参照可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 → 改善ループ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具体的にフィードバック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改善版を受け取る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実践テクニック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期待と違う動きをしたら、すぐ修正を指示する前に理由を聞く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80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20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60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初回で完璧を求めない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760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「全然違う」より「この部分は良い、ここを変えて」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読み取り専用の実行モード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ファイル閲覧・検索は可能</a:t>
            </a:r>
            <a:br/>
            <a:r>
              <a:t>  Webアクセスは権限設定次第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ポイント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まずPlan Modeで調査・計画を固める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実装はレビュー後に許可する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最初はPlan Mode固定にする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なぜ Plan Mode から始めるのか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計画段階で認識のズレに気づける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コードを壊すリスクがゼロ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手戻りを最小限にしてから実装に入れる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44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44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87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187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必要に応じて実装を許可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「OK、実装して」/ 調査だけならここで完了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計画に沿って実装、または調査結果を活用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30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330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結果を確認・コミット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計画段階のチェックリスト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933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933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077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077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221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822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36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7365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6509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計画外の問題が見つかったらどうするか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これらが曖昧なまま実装に入ると、後から認識のズレが表面化する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コード補完ではなく、調査→修正→検証→取りまとめの一連フロー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伝え方が結果を左右する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目標・背景・現状・期待出力を明確にし、たたき台→改善ループで進める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計画から始める習慣をつける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 で方針を固めてから実装に入ると手戻りが減る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